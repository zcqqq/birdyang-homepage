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50" r:id="rId3"/>
  </p:sldIdLst>
  <p:sldSz cx="16256000" cy="3599942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851E"/>
    <a:srgbClr val="B98A3C"/>
    <a:srgbClr val="052045"/>
    <a:srgbClr val="00112C"/>
    <a:srgbClr val="F5F5F6"/>
    <a:srgbClr val="0045D5"/>
    <a:srgbClr val="B8CEF5"/>
    <a:srgbClr val="FFFFFF"/>
    <a:srgbClr val="01308A"/>
    <a:srgbClr val="012C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31" autoAdjust="0"/>
  </p:normalViewPr>
  <p:slideViewPr>
    <p:cSldViewPr snapToGrid="0">
      <p:cViewPr>
        <p:scale>
          <a:sx n="43" d="100"/>
          <a:sy n="43" d="100"/>
        </p:scale>
        <p:origin x="776" y="-6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F0AAB4-C3E1-4451-9AEE-AB8BC27EC83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732088" y="1143000"/>
            <a:ext cx="13938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8B6733-2D7F-440D-9880-20477D9D7CE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E8B6733-2D7F-440D-9880-20477D9D7CE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5891626"/>
            <a:ext cx="13817600" cy="12533242"/>
          </a:xfrm>
        </p:spPr>
        <p:txBody>
          <a:bodyPr anchor="b"/>
          <a:lstStyle>
            <a:lvl1pPr algn="ctr">
              <a:defRPr sz="10665"/>
            </a:lvl1pPr>
          </a:lstStyle>
          <a:p>
            <a:r>
              <a:rPr lang="zh-CN" altLang="en-US"/>
              <a:t>单击此处编辑母版标题样式</a:t>
            </a:r>
            <a:endParaRPr lang="en-US" dirty="0"/>
          </a:p>
        </p:txBody>
      </p:sp>
      <p:sp>
        <p:nvSpPr>
          <p:cNvPr id="3" name="Subtitle 2"/>
          <p:cNvSpPr>
            <a:spLocks noGrp="1"/>
          </p:cNvSpPr>
          <p:nvPr>
            <p:ph type="subTitle" idx="1"/>
          </p:nvPr>
        </p:nvSpPr>
        <p:spPr>
          <a:xfrm>
            <a:off x="2032000" y="18908198"/>
            <a:ext cx="12192000" cy="8691601"/>
          </a:xfrm>
        </p:spPr>
        <p:txBody>
          <a:bodyPr/>
          <a:lstStyle>
            <a:lvl1pPr marL="0" indent="0" algn="ctr">
              <a:buNone/>
              <a:defRPr sz="4265"/>
            </a:lvl1pPr>
            <a:lvl2pPr marL="812800" indent="0" algn="ctr">
              <a:buNone/>
              <a:defRPr sz="3555"/>
            </a:lvl2pPr>
            <a:lvl3pPr marL="1625600" indent="0" algn="ctr">
              <a:buNone/>
              <a:defRPr sz="3200"/>
            </a:lvl3pPr>
            <a:lvl4pPr marL="2438400" indent="0" algn="ctr">
              <a:buNone/>
              <a:defRPr sz="2845"/>
            </a:lvl4pPr>
            <a:lvl5pPr marL="3251200" indent="0" algn="ctr">
              <a:buNone/>
              <a:defRPr sz="2845"/>
            </a:lvl5pPr>
            <a:lvl6pPr marL="4064000" indent="0" algn="ctr">
              <a:buNone/>
              <a:defRPr sz="2845"/>
            </a:lvl6pPr>
            <a:lvl7pPr marL="4876800" indent="0" algn="ctr">
              <a:buNone/>
              <a:defRPr sz="2845"/>
            </a:lvl7pPr>
            <a:lvl8pPr marL="5689600" indent="0" algn="ctr">
              <a:buNone/>
              <a:defRPr sz="2845"/>
            </a:lvl8pPr>
            <a:lvl9pPr marL="6502400" indent="0" algn="ctr">
              <a:buNone/>
              <a:defRPr sz="2845"/>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58D7A92-D72B-49B6-B7E4-18FD0949D5AF}"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DD4EC1-758F-4073-84D7-D97A85E9E0C4}"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158D7A92-D72B-49B6-B7E4-18FD0949D5AF}"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DD4EC1-758F-4073-84D7-D97A85E9E0C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09134" y="8974945"/>
            <a:ext cx="14020800" cy="14974888"/>
          </a:xfrm>
        </p:spPr>
        <p:txBody>
          <a:bodyPr anchor="b"/>
          <a:lstStyle>
            <a:lvl1pPr>
              <a:defRPr sz="10665"/>
            </a:lvl1pPr>
          </a:lstStyle>
          <a:p>
            <a:r>
              <a:rPr lang="zh-CN" altLang="en-US"/>
              <a:t>单击此处编辑母版标题样式</a:t>
            </a:r>
            <a:endParaRPr lang="en-US" dirty="0"/>
          </a:p>
        </p:txBody>
      </p:sp>
      <p:sp>
        <p:nvSpPr>
          <p:cNvPr id="3" name="Text Placeholder 2"/>
          <p:cNvSpPr>
            <a:spLocks noGrp="1"/>
          </p:cNvSpPr>
          <p:nvPr>
            <p:ph type="body" idx="1"/>
          </p:nvPr>
        </p:nvSpPr>
        <p:spPr>
          <a:xfrm>
            <a:off x="1109134" y="24091502"/>
            <a:ext cx="14020800" cy="7874940"/>
          </a:xfrm>
        </p:spPr>
        <p:txBody>
          <a:bodyPr/>
          <a:lstStyle>
            <a:lvl1pPr marL="0" indent="0">
              <a:buNone/>
              <a:defRPr sz="4265">
                <a:solidFill>
                  <a:schemeClr val="tx1"/>
                </a:solidFill>
              </a:defRPr>
            </a:lvl1pPr>
            <a:lvl2pPr marL="812800" indent="0">
              <a:buNone/>
              <a:defRPr sz="3555">
                <a:solidFill>
                  <a:schemeClr val="tx1">
                    <a:tint val="75000"/>
                  </a:schemeClr>
                </a:solidFill>
              </a:defRPr>
            </a:lvl2pPr>
            <a:lvl3pPr marL="1625600" indent="0">
              <a:buNone/>
              <a:defRPr sz="3200">
                <a:solidFill>
                  <a:schemeClr val="tx1">
                    <a:tint val="75000"/>
                  </a:schemeClr>
                </a:solidFill>
              </a:defRPr>
            </a:lvl3pPr>
            <a:lvl4pPr marL="2438400" indent="0">
              <a:buNone/>
              <a:defRPr sz="2845">
                <a:solidFill>
                  <a:schemeClr val="tx1">
                    <a:tint val="75000"/>
                  </a:schemeClr>
                </a:solidFill>
              </a:defRPr>
            </a:lvl4pPr>
            <a:lvl5pPr marL="3251200" indent="0">
              <a:buNone/>
              <a:defRPr sz="2845">
                <a:solidFill>
                  <a:schemeClr val="tx1">
                    <a:tint val="75000"/>
                  </a:schemeClr>
                </a:solidFill>
              </a:defRPr>
            </a:lvl5pPr>
            <a:lvl6pPr marL="4064000" indent="0">
              <a:buNone/>
              <a:defRPr sz="2845">
                <a:solidFill>
                  <a:schemeClr val="tx1">
                    <a:tint val="75000"/>
                  </a:schemeClr>
                </a:solidFill>
              </a:defRPr>
            </a:lvl6pPr>
            <a:lvl7pPr marL="4876800" indent="0">
              <a:buNone/>
              <a:defRPr sz="2845">
                <a:solidFill>
                  <a:schemeClr val="tx1">
                    <a:tint val="75000"/>
                  </a:schemeClr>
                </a:solidFill>
              </a:defRPr>
            </a:lvl7pPr>
            <a:lvl8pPr marL="5689600" indent="0">
              <a:buNone/>
              <a:defRPr sz="2845">
                <a:solidFill>
                  <a:schemeClr val="tx1">
                    <a:tint val="75000"/>
                  </a:schemeClr>
                </a:solidFill>
              </a:defRPr>
            </a:lvl8pPr>
            <a:lvl9pPr marL="6502400" indent="0">
              <a:buNone/>
              <a:defRPr sz="2845">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158D7A92-D72B-49B6-B7E4-18FD0949D5AF}"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DD4EC1-758F-4073-84D7-D97A85E9E0C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17600" y="9583264"/>
            <a:ext cx="6908800" cy="2284150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8229600" y="9583264"/>
            <a:ext cx="6908800" cy="2284150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158D7A92-D72B-49B6-B7E4-18FD0949D5AF}"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DD4EC1-758F-4073-84D7-D97A85E9E0C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119717" y="1916661"/>
            <a:ext cx="14020800" cy="6958285"/>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119719" y="8824938"/>
            <a:ext cx="6877049" cy="4324966"/>
          </a:xfrm>
        </p:spPr>
        <p:txBody>
          <a:bodyPr anchor="b"/>
          <a:lstStyle>
            <a:lvl1pPr marL="0" indent="0">
              <a:buNone/>
              <a:defRPr sz="4265" b="1"/>
            </a:lvl1pPr>
            <a:lvl2pPr marL="812800" indent="0">
              <a:buNone/>
              <a:defRPr sz="3555" b="1"/>
            </a:lvl2pPr>
            <a:lvl3pPr marL="1625600" indent="0">
              <a:buNone/>
              <a:defRPr sz="3200" b="1"/>
            </a:lvl3pPr>
            <a:lvl4pPr marL="2438400" indent="0">
              <a:buNone/>
              <a:defRPr sz="2845" b="1"/>
            </a:lvl4pPr>
            <a:lvl5pPr marL="3251200" indent="0">
              <a:buNone/>
              <a:defRPr sz="2845" b="1"/>
            </a:lvl5pPr>
            <a:lvl6pPr marL="4064000" indent="0">
              <a:buNone/>
              <a:defRPr sz="2845" b="1"/>
            </a:lvl6pPr>
            <a:lvl7pPr marL="4876800" indent="0">
              <a:buNone/>
              <a:defRPr sz="2845" b="1"/>
            </a:lvl7pPr>
            <a:lvl8pPr marL="5689600" indent="0">
              <a:buNone/>
              <a:defRPr sz="2845" b="1"/>
            </a:lvl8pPr>
            <a:lvl9pPr marL="6502400" indent="0">
              <a:buNone/>
              <a:defRPr sz="2845"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119719" y="13149904"/>
            <a:ext cx="6877049" cy="19341529"/>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8229601" y="8824938"/>
            <a:ext cx="6910917" cy="4324966"/>
          </a:xfrm>
        </p:spPr>
        <p:txBody>
          <a:bodyPr anchor="b"/>
          <a:lstStyle>
            <a:lvl1pPr marL="0" indent="0">
              <a:buNone/>
              <a:defRPr sz="4265" b="1"/>
            </a:lvl1pPr>
            <a:lvl2pPr marL="812800" indent="0">
              <a:buNone/>
              <a:defRPr sz="3555" b="1"/>
            </a:lvl2pPr>
            <a:lvl3pPr marL="1625600" indent="0">
              <a:buNone/>
              <a:defRPr sz="3200" b="1"/>
            </a:lvl3pPr>
            <a:lvl4pPr marL="2438400" indent="0">
              <a:buNone/>
              <a:defRPr sz="2845" b="1"/>
            </a:lvl4pPr>
            <a:lvl5pPr marL="3251200" indent="0">
              <a:buNone/>
              <a:defRPr sz="2845" b="1"/>
            </a:lvl5pPr>
            <a:lvl6pPr marL="4064000" indent="0">
              <a:buNone/>
              <a:defRPr sz="2845" b="1"/>
            </a:lvl6pPr>
            <a:lvl7pPr marL="4876800" indent="0">
              <a:buNone/>
              <a:defRPr sz="2845" b="1"/>
            </a:lvl7pPr>
            <a:lvl8pPr marL="5689600" indent="0">
              <a:buNone/>
              <a:defRPr sz="2845" b="1"/>
            </a:lvl8pPr>
            <a:lvl9pPr marL="6502400" indent="0">
              <a:buNone/>
              <a:defRPr sz="2845"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8229601" y="13149904"/>
            <a:ext cx="6910917" cy="19341529"/>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158D7A92-D72B-49B6-B7E4-18FD0949D5AF}"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6DD4EC1-758F-4073-84D7-D97A85E9E0C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58D7A92-D72B-49B6-B7E4-18FD0949D5AF}"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6DD4EC1-758F-4073-84D7-D97A85E9E0C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8D7A92-D72B-49B6-B7E4-18FD0949D5AF}"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6DD4EC1-758F-4073-84D7-D97A85E9E0C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19717" y="2399982"/>
            <a:ext cx="5242983" cy="8399939"/>
          </a:xfrm>
        </p:spPr>
        <p:txBody>
          <a:bodyPr anchor="b"/>
          <a:lstStyle>
            <a:lvl1pPr>
              <a:defRPr sz="5690"/>
            </a:lvl1pPr>
          </a:lstStyle>
          <a:p>
            <a:r>
              <a:rPr lang="zh-CN" altLang="en-US"/>
              <a:t>单击此处编辑母版标题样式</a:t>
            </a:r>
            <a:endParaRPr lang="en-US" dirty="0"/>
          </a:p>
        </p:txBody>
      </p:sp>
      <p:sp>
        <p:nvSpPr>
          <p:cNvPr id="3" name="Content Placeholder 2"/>
          <p:cNvSpPr>
            <a:spLocks noGrp="1"/>
          </p:cNvSpPr>
          <p:nvPr>
            <p:ph idx="1"/>
          </p:nvPr>
        </p:nvSpPr>
        <p:spPr>
          <a:xfrm>
            <a:off x="6910917" y="5183304"/>
            <a:ext cx="8229600" cy="25583147"/>
          </a:xfrm>
        </p:spPr>
        <p:txBody>
          <a:bodyPr/>
          <a:lstStyle>
            <a:lvl1pPr>
              <a:defRPr sz="5690"/>
            </a:lvl1pPr>
            <a:lvl2pPr>
              <a:defRPr sz="4980"/>
            </a:lvl2pPr>
            <a:lvl3pPr>
              <a:defRPr sz="4265"/>
            </a:lvl3pPr>
            <a:lvl4pPr>
              <a:defRPr sz="3555"/>
            </a:lvl4pPr>
            <a:lvl5pPr>
              <a:defRPr sz="3555"/>
            </a:lvl5pPr>
            <a:lvl6pPr>
              <a:defRPr sz="3555"/>
            </a:lvl6pPr>
            <a:lvl7pPr>
              <a:defRPr sz="3555"/>
            </a:lvl7pPr>
            <a:lvl8pPr>
              <a:defRPr sz="3555"/>
            </a:lvl8pPr>
            <a:lvl9pPr>
              <a:defRPr sz="3555"/>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1119717" y="10799922"/>
            <a:ext cx="5242983" cy="20008190"/>
          </a:xfrm>
        </p:spPr>
        <p:txBody>
          <a:bodyPr/>
          <a:lstStyle>
            <a:lvl1pPr marL="0" indent="0">
              <a:buNone/>
              <a:defRPr sz="2845"/>
            </a:lvl1pPr>
            <a:lvl2pPr marL="812800" indent="0">
              <a:buNone/>
              <a:defRPr sz="2490"/>
            </a:lvl2pPr>
            <a:lvl3pPr marL="1625600" indent="0">
              <a:buNone/>
              <a:defRPr sz="2135"/>
            </a:lvl3pPr>
            <a:lvl4pPr marL="2438400" indent="0">
              <a:buNone/>
              <a:defRPr sz="1780"/>
            </a:lvl4pPr>
            <a:lvl5pPr marL="3251200" indent="0">
              <a:buNone/>
              <a:defRPr sz="1780"/>
            </a:lvl5pPr>
            <a:lvl6pPr marL="4064000" indent="0">
              <a:buNone/>
              <a:defRPr sz="1780"/>
            </a:lvl6pPr>
            <a:lvl7pPr marL="4876800" indent="0">
              <a:buNone/>
              <a:defRPr sz="1780"/>
            </a:lvl7pPr>
            <a:lvl8pPr marL="5689600" indent="0">
              <a:buNone/>
              <a:defRPr sz="1780"/>
            </a:lvl8pPr>
            <a:lvl9pPr marL="6502400" indent="0">
              <a:buNone/>
              <a:defRPr sz="178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158D7A92-D72B-49B6-B7E4-18FD0949D5AF}"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DD4EC1-758F-4073-84D7-D97A85E9E0C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19717" y="2399982"/>
            <a:ext cx="5242983" cy="8399939"/>
          </a:xfrm>
        </p:spPr>
        <p:txBody>
          <a:bodyPr anchor="b"/>
          <a:lstStyle>
            <a:lvl1pPr>
              <a:defRPr sz="569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910917" y="5183304"/>
            <a:ext cx="8229600" cy="25583147"/>
          </a:xfrm>
        </p:spPr>
        <p:txBody>
          <a:bodyPr anchor="t"/>
          <a:lstStyle>
            <a:lvl1pPr marL="0" indent="0">
              <a:buNone/>
              <a:defRPr sz="5690"/>
            </a:lvl1pPr>
            <a:lvl2pPr marL="812800" indent="0">
              <a:buNone/>
              <a:defRPr sz="4980"/>
            </a:lvl2pPr>
            <a:lvl3pPr marL="1625600" indent="0">
              <a:buNone/>
              <a:defRPr sz="4265"/>
            </a:lvl3pPr>
            <a:lvl4pPr marL="2438400" indent="0">
              <a:buNone/>
              <a:defRPr sz="3555"/>
            </a:lvl4pPr>
            <a:lvl5pPr marL="3251200" indent="0">
              <a:buNone/>
              <a:defRPr sz="3555"/>
            </a:lvl5pPr>
            <a:lvl6pPr marL="4064000" indent="0">
              <a:buNone/>
              <a:defRPr sz="3555"/>
            </a:lvl6pPr>
            <a:lvl7pPr marL="4876800" indent="0">
              <a:buNone/>
              <a:defRPr sz="3555"/>
            </a:lvl7pPr>
            <a:lvl8pPr marL="5689600" indent="0">
              <a:buNone/>
              <a:defRPr sz="3555"/>
            </a:lvl8pPr>
            <a:lvl9pPr marL="6502400" indent="0">
              <a:buNone/>
              <a:defRPr sz="3555"/>
            </a:lvl9pPr>
          </a:lstStyle>
          <a:p>
            <a:r>
              <a:rPr lang="zh-CN" altLang="en-US"/>
              <a:t>单击图标添加图片</a:t>
            </a:r>
            <a:endParaRPr lang="en-US" dirty="0"/>
          </a:p>
        </p:txBody>
      </p:sp>
      <p:sp>
        <p:nvSpPr>
          <p:cNvPr id="4" name="Text Placeholder 3"/>
          <p:cNvSpPr>
            <a:spLocks noGrp="1"/>
          </p:cNvSpPr>
          <p:nvPr>
            <p:ph type="body" sz="half" idx="2"/>
          </p:nvPr>
        </p:nvSpPr>
        <p:spPr>
          <a:xfrm>
            <a:off x="1119717" y="10799922"/>
            <a:ext cx="5242983" cy="20008190"/>
          </a:xfrm>
        </p:spPr>
        <p:txBody>
          <a:bodyPr/>
          <a:lstStyle>
            <a:lvl1pPr marL="0" indent="0">
              <a:buNone/>
              <a:defRPr sz="2845"/>
            </a:lvl1pPr>
            <a:lvl2pPr marL="812800" indent="0">
              <a:buNone/>
              <a:defRPr sz="2490"/>
            </a:lvl2pPr>
            <a:lvl3pPr marL="1625600" indent="0">
              <a:buNone/>
              <a:defRPr sz="2135"/>
            </a:lvl3pPr>
            <a:lvl4pPr marL="2438400" indent="0">
              <a:buNone/>
              <a:defRPr sz="1780"/>
            </a:lvl4pPr>
            <a:lvl5pPr marL="3251200" indent="0">
              <a:buNone/>
              <a:defRPr sz="1780"/>
            </a:lvl5pPr>
            <a:lvl6pPr marL="4064000" indent="0">
              <a:buNone/>
              <a:defRPr sz="1780"/>
            </a:lvl6pPr>
            <a:lvl7pPr marL="4876800" indent="0">
              <a:buNone/>
              <a:defRPr sz="1780"/>
            </a:lvl7pPr>
            <a:lvl8pPr marL="5689600" indent="0">
              <a:buNone/>
              <a:defRPr sz="1780"/>
            </a:lvl8pPr>
            <a:lvl9pPr marL="6502400" indent="0">
              <a:buNone/>
              <a:defRPr sz="178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158D7A92-D72B-49B6-B7E4-18FD0949D5AF}"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DD4EC1-758F-4073-84D7-D97A85E9E0C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158D7A92-D72B-49B6-B7E4-18FD0949D5AF}"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DD4EC1-758F-4073-84D7-D97A85E9E0C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633201" y="1916653"/>
            <a:ext cx="3505200" cy="3050811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117601" y="1916653"/>
            <a:ext cx="10312400" cy="3050811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158D7A92-D72B-49B6-B7E4-18FD0949D5AF}"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DD4EC1-758F-4073-84D7-D97A85E9E0C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17600" y="1916661"/>
            <a:ext cx="14020800" cy="6958285"/>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117600" y="9583264"/>
            <a:ext cx="14020800" cy="2284150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1117600" y="33366432"/>
            <a:ext cx="3657600" cy="1916653"/>
          </a:xfrm>
          <a:prstGeom prst="rect">
            <a:avLst/>
          </a:prstGeom>
        </p:spPr>
        <p:txBody>
          <a:bodyPr vert="horz" lIns="91440" tIns="45720" rIns="91440" bIns="45720" rtlCol="0" anchor="ctr"/>
          <a:lstStyle>
            <a:lvl1pPr algn="l">
              <a:defRPr sz="2135">
                <a:solidFill>
                  <a:schemeClr val="tx1">
                    <a:tint val="75000"/>
                  </a:schemeClr>
                </a:solidFill>
              </a:defRPr>
            </a:lvl1pPr>
          </a:lstStyle>
          <a:p>
            <a:fld id="{158D7A92-D72B-49B6-B7E4-18FD0949D5AF}" type="datetimeFigureOut">
              <a:rPr lang="zh-CN" altLang="en-US" smtClean="0"/>
            </a:fld>
            <a:endParaRPr lang="zh-CN" altLang="en-US"/>
          </a:p>
        </p:txBody>
      </p:sp>
      <p:sp>
        <p:nvSpPr>
          <p:cNvPr id="5" name="Footer Placeholder 4"/>
          <p:cNvSpPr>
            <a:spLocks noGrp="1"/>
          </p:cNvSpPr>
          <p:nvPr>
            <p:ph type="ftr" sz="quarter" idx="3"/>
          </p:nvPr>
        </p:nvSpPr>
        <p:spPr>
          <a:xfrm>
            <a:off x="5384800" y="33366432"/>
            <a:ext cx="5486400" cy="1916653"/>
          </a:xfrm>
          <a:prstGeom prst="rect">
            <a:avLst/>
          </a:prstGeom>
        </p:spPr>
        <p:txBody>
          <a:bodyPr vert="horz" lIns="91440" tIns="45720" rIns="91440" bIns="45720" rtlCol="0" anchor="ctr"/>
          <a:lstStyle>
            <a:lvl1pPr algn="ctr">
              <a:defRPr sz="2135">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1480800" y="33366432"/>
            <a:ext cx="3657600" cy="1916653"/>
          </a:xfrm>
          <a:prstGeom prst="rect">
            <a:avLst/>
          </a:prstGeom>
        </p:spPr>
        <p:txBody>
          <a:bodyPr vert="horz" lIns="91440" tIns="45720" rIns="91440" bIns="45720" rtlCol="0" anchor="ctr"/>
          <a:lstStyle>
            <a:lvl1pPr algn="r">
              <a:defRPr sz="2135">
                <a:solidFill>
                  <a:schemeClr val="tx1">
                    <a:tint val="75000"/>
                  </a:schemeClr>
                </a:solidFill>
              </a:defRPr>
            </a:lvl1pPr>
          </a:lstStyle>
          <a:p>
            <a:fld id="{E6DD4EC1-758F-4073-84D7-D97A85E9E0C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625600" rtl="0" eaLnBrk="1" latinLnBrk="0" hangingPunct="1">
        <a:lnSpc>
          <a:spcPct val="90000"/>
        </a:lnSpc>
        <a:spcBef>
          <a:spcPct val="0"/>
        </a:spcBef>
        <a:buNone/>
        <a:defRPr sz="7820" kern="1200">
          <a:solidFill>
            <a:schemeClr val="tx1"/>
          </a:solidFill>
          <a:latin typeface="+mj-lt"/>
          <a:ea typeface="+mj-ea"/>
          <a:cs typeface="+mj-cs"/>
        </a:defRPr>
      </a:lvl1pPr>
    </p:titleStyle>
    <p:bodyStyle>
      <a:lvl1pPr marL="406400" indent="-406400" algn="l" defTabSz="1625600" rtl="0" eaLnBrk="1" latinLnBrk="0" hangingPunct="1">
        <a:lnSpc>
          <a:spcPct val="90000"/>
        </a:lnSpc>
        <a:spcBef>
          <a:spcPts val="1780"/>
        </a:spcBef>
        <a:buFont typeface="Arial" panose="020B0704020202020204" pitchFamily="34" charset="0"/>
        <a:buChar char="•"/>
        <a:defRPr sz="4980" kern="1200">
          <a:solidFill>
            <a:schemeClr val="tx1"/>
          </a:solidFill>
          <a:latin typeface="+mn-lt"/>
          <a:ea typeface="+mn-ea"/>
          <a:cs typeface="+mn-cs"/>
        </a:defRPr>
      </a:lvl1pPr>
      <a:lvl2pPr marL="1219200" indent="-406400" algn="l" defTabSz="1625600" rtl="0" eaLnBrk="1" latinLnBrk="0" hangingPunct="1">
        <a:lnSpc>
          <a:spcPct val="90000"/>
        </a:lnSpc>
        <a:spcBef>
          <a:spcPts val="890"/>
        </a:spcBef>
        <a:buFont typeface="Arial" panose="020B0704020202020204" pitchFamily="34" charset="0"/>
        <a:buChar char="•"/>
        <a:defRPr sz="4265" kern="1200">
          <a:solidFill>
            <a:schemeClr val="tx1"/>
          </a:solidFill>
          <a:latin typeface="+mn-lt"/>
          <a:ea typeface="+mn-ea"/>
          <a:cs typeface="+mn-cs"/>
        </a:defRPr>
      </a:lvl2pPr>
      <a:lvl3pPr marL="2032000" indent="-406400" algn="l" defTabSz="1625600" rtl="0" eaLnBrk="1" latinLnBrk="0" hangingPunct="1">
        <a:lnSpc>
          <a:spcPct val="90000"/>
        </a:lnSpc>
        <a:spcBef>
          <a:spcPts val="890"/>
        </a:spcBef>
        <a:buFont typeface="Arial" panose="020B0704020202020204" pitchFamily="34" charset="0"/>
        <a:buChar char="•"/>
        <a:defRPr sz="3555" kern="1200">
          <a:solidFill>
            <a:schemeClr val="tx1"/>
          </a:solidFill>
          <a:latin typeface="+mn-lt"/>
          <a:ea typeface="+mn-ea"/>
          <a:cs typeface="+mn-cs"/>
        </a:defRPr>
      </a:lvl3pPr>
      <a:lvl4pPr marL="2844800" indent="-406400" algn="l" defTabSz="1625600" rtl="0" eaLnBrk="1" latinLnBrk="0" hangingPunct="1">
        <a:lnSpc>
          <a:spcPct val="90000"/>
        </a:lnSpc>
        <a:spcBef>
          <a:spcPts val="890"/>
        </a:spcBef>
        <a:buFont typeface="Arial" panose="020B0704020202020204" pitchFamily="34" charset="0"/>
        <a:buChar char="•"/>
        <a:defRPr sz="3200" kern="1200">
          <a:solidFill>
            <a:schemeClr val="tx1"/>
          </a:solidFill>
          <a:latin typeface="+mn-lt"/>
          <a:ea typeface="+mn-ea"/>
          <a:cs typeface="+mn-cs"/>
        </a:defRPr>
      </a:lvl4pPr>
      <a:lvl5pPr marL="3657600" indent="-406400" algn="l" defTabSz="1625600" rtl="0" eaLnBrk="1" latinLnBrk="0" hangingPunct="1">
        <a:lnSpc>
          <a:spcPct val="90000"/>
        </a:lnSpc>
        <a:spcBef>
          <a:spcPts val="890"/>
        </a:spcBef>
        <a:buFont typeface="Arial" panose="020B0704020202020204" pitchFamily="34" charset="0"/>
        <a:buChar char="•"/>
        <a:defRPr sz="3200" kern="1200">
          <a:solidFill>
            <a:schemeClr val="tx1"/>
          </a:solidFill>
          <a:latin typeface="+mn-lt"/>
          <a:ea typeface="+mn-ea"/>
          <a:cs typeface="+mn-cs"/>
        </a:defRPr>
      </a:lvl5pPr>
      <a:lvl6pPr marL="4470400" indent="-406400" algn="l" defTabSz="1625600" rtl="0" eaLnBrk="1" latinLnBrk="0" hangingPunct="1">
        <a:lnSpc>
          <a:spcPct val="90000"/>
        </a:lnSpc>
        <a:spcBef>
          <a:spcPts val="890"/>
        </a:spcBef>
        <a:buFont typeface="Arial" panose="020B0704020202020204" pitchFamily="34" charset="0"/>
        <a:buChar char="•"/>
        <a:defRPr sz="3200" kern="1200">
          <a:solidFill>
            <a:schemeClr val="tx1"/>
          </a:solidFill>
          <a:latin typeface="+mn-lt"/>
          <a:ea typeface="+mn-ea"/>
          <a:cs typeface="+mn-cs"/>
        </a:defRPr>
      </a:lvl6pPr>
      <a:lvl7pPr marL="5283200" indent="-406400" algn="l" defTabSz="1625600" rtl="0" eaLnBrk="1" latinLnBrk="0" hangingPunct="1">
        <a:lnSpc>
          <a:spcPct val="90000"/>
        </a:lnSpc>
        <a:spcBef>
          <a:spcPts val="890"/>
        </a:spcBef>
        <a:buFont typeface="Arial" panose="020B0704020202020204" pitchFamily="34" charset="0"/>
        <a:buChar char="•"/>
        <a:defRPr sz="3200" kern="1200">
          <a:solidFill>
            <a:schemeClr val="tx1"/>
          </a:solidFill>
          <a:latin typeface="+mn-lt"/>
          <a:ea typeface="+mn-ea"/>
          <a:cs typeface="+mn-cs"/>
        </a:defRPr>
      </a:lvl7pPr>
      <a:lvl8pPr marL="6096000" indent="-406400" algn="l" defTabSz="1625600" rtl="0" eaLnBrk="1" latinLnBrk="0" hangingPunct="1">
        <a:lnSpc>
          <a:spcPct val="90000"/>
        </a:lnSpc>
        <a:spcBef>
          <a:spcPts val="890"/>
        </a:spcBef>
        <a:buFont typeface="Arial" panose="020B0704020202020204" pitchFamily="34" charset="0"/>
        <a:buChar char="•"/>
        <a:defRPr sz="3200" kern="1200">
          <a:solidFill>
            <a:schemeClr val="tx1"/>
          </a:solidFill>
          <a:latin typeface="+mn-lt"/>
          <a:ea typeface="+mn-ea"/>
          <a:cs typeface="+mn-cs"/>
        </a:defRPr>
      </a:lvl8pPr>
      <a:lvl9pPr marL="6908800" indent="-406400" algn="l" defTabSz="1625600" rtl="0" eaLnBrk="1" latinLnBrk="0" hangingPunct="1">
        <a:lnSpc>
          <a:spcPct val="90000"/>
        </a:lnSpc>
        <a:spcBef>
          <a:spcPts val="890"/>
        </a:spcBef>
        <a:buFont typeface="Arial" panose="020B0704020202020204" pitchFamily="34" charset="0"/>
        <a:buChar char="•"/>
        <a:defRPr sz="3200" kern="1200">
          <a:solidFill>
            <a:schemeClr val="tx1"/>
          </a:solidFill>
          <a:latin typeface="+mn-lt"/>
          <a:ea typeface="+mn-ea"/>
          <a:cs typeface="+mn-cs"/>
        </a:defRPr>
      </a:lvl9pPr>
    </p:bodyStyle>
    <p:otherStyle>
      <a:defPPr>
        <a:defRPr lang="en-US"/>
      </a:defPPr>
      <a:lvl1pPr marL="0" algn="l" defTabSz="1625600" rtl="0" eaLnBrk="1" latinLnBrk="0" hangingPunct="1">
        <a:defRPr sz="3200" kern="1200">
          <a:solidFill>
            <a:schemeClr val="tx1"/>
          </a:solidFill>
          <a:latin typeface="+mn-lt"/>
          <a:ea typeface="+mn-ea"/>
          <a:cs typeface="+mn-cs"/>
        </a:defRPr>
      </a:lvl1pPr>
      <a:lvl2pPr marL="812800" algn="l" defTabSz="1625600" rtl="0" eaLnBrk="1" latinLnBrk="0" hangingPunct="1">
        <a:defRPr sz="3200" kern="1200">
          <a:solidFill>
            <a:schemeClr val="tx1"/>
          </a:solidFill>
          <a:latin typeface="+mn-lt"/>
          <a:ea typeface="+mn-ea"/>
          <a:cs typeface="+mn-cs"/>
        </a:defRPr>
      </a:lvl2pPr>
      <a:lvl3pPr marL="1625600" algn="l" defTabSz="1625600" rtl="0" eaLnBrk="1" latinLnBrk="0" hangingPunct="1">
        <a:defRPr sz="3200" kern="1200">
          <a:solidFill>
            <a:schemeClr val="tx1"/>
          </a:solidFill>
          <a:latin typeface="+mn-lt"/>
          <a:ea typeface="+mn-ea"/>
          <a:cs typeface="+mn-cs"/>
        </a:defRPr>
      </a:lvl3pPr>
      <a:lvl4pPr marL="2438400" algn="l" defTabSz="1625600" rtl="0" eaLnBrk="1" latinLnBrk="0" hangingPunct="1">
        <a:defRPr sz="3200" kern="1200">
          <a:solidFill>
            <a:schemeClr val="tx1"/>
          </a:solidFill>
          <a:latin typeface="+mn-lt"/>
          <a:ea typeface="+mn-ea"/>
          <a:cs typeface="+mn-cs"/>
        </a:defRPr>
      </a:lvl4pPr>
      <a:lvl5pPr marL="3251200" algn="l" defTabSz="1625600" rtl="0" eaLnBrk="1" latinLnBrk="0" hangingPunct="1">
        <a:defRPr sz="3200" kern="1200">
          <a:solidFill>
            <a:schemeClr val="tx1"/>
          </a:solidFill>
          <a:latin typeface="+mn-lt"/>
          <a:ea typeface="+mn-ea"/>
          <a:cs typeface="+mn-cs"/>
        </a:defRPr>
      </a:lvl5pPr>
      <a:lvl6pPr marL="4064000" algn="l" defTabSz="1625600" rtl="0" eaLnBrk="1" latinLnBrk="0" hangingPunct="1">
        <a:defRPr sz="3200" kern="1200">
          <a:solidFill>
            <a:schemeClr val="tx1"/>
          </a:solidFill>
          <a:latin typeface="+mn-lt"/>
          <a:ea typeface="+mn-ea"/>
          <a:cs typeface="+mn-cs"/>
        </a:defRPr>
      </a:lvl6pPr>
      <a:lvl7pPr marL="4876800" algn="l" defTabSz="1625600" rtl="0" eaLnBrk="1" latinLnBrk="0" hangingPunct="1">
        <a:defRPr sz="3200" kern="1200">
          <a:solidFill>
            <a:schemeClr val="tx1"/>
          </a:solidFill>
          <a:latin typeface="+mn-lt"/>
          <a:ea typeface="+mn-ea"/>
          <a:cs typeface="+mn-cs"/>
        </a:defRPr>
      </a:lvl7pPr>
      <a:lvl8pPr marL="5689600" algn="l" defTabSz="1625600" rtl="0" eaLnBrk="1" latinLnBrk="0" hangingPunct="1">
        <a:defRPr sz="3200" kern="1200">
          <a:solidFill>
            <a:schemeClr val="tx1"/>
          </a:solidFill>
          <a:latin typeface="+mn-lt"/>
          <a:ea typeface="+mn-ea"/>
          <a:cs typeface="+mn-cs"/>
        </a:defRPr>
      </a:lvl8pPr>
      <a:lvl9pPr marL="6502400" algn="l" defTabSz="1625600"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5" Type="http://schemas.openxmlformats.org/officeDocument/2006/relationships/notesSlide" Target="../notesSlides/notesSlide1.xml"/><Relationship Id="rId14" Type="http://schemas.openxmlformats.org/officeDocument/2006/relationships/slideLayout" Target="../slideLayouts/slideLayout2.xml"/><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6"/>
          <p:cNvSpPr txBox="1">
            <a:spLocks noChangeArrowheads="1"/>
          </p:cNvSpPr>
          <p:nvPr/>
        </p:nvSpPr>
        <p:spPr>
          <a:xfrm>
            <a:off x="1065762" y="9105597"/>
            <a:ext cx="14497975" cy="1709447"/>
          </a:xfrm>
          <a:prstGeom prst="rect">
            <a:avLst/>
          </a:prstGeom>
          <a:solidFill>
            <a:schemeClr val="bg1"/>
          </a:solidFill>
        </p:spPr>
        <p:txBody>
          <a:bodyPr vert="horz" lIns="151884" tIns="75942" rIns="151884" bIns="75942"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4650" b="1" dirty="0">
                <a:solidFill>
                  <a:srgbClr val="012D76"/>
                </a:solidFill>
                <a:latin typeface="Verdana" panose="020B0604030504040204" pitchFamily="34" charset="0"/>
                <a:ea typeface="Verdana" panose="020B0604030504040204" pitchFamily="34" charset="0"/>
              </a:rPr>
              <a:t>BIRD &amp; YANG</a:t>
            </a:r>
            <a:endParaRPr lang="en-US" altLang="zh-CN" sz="4650" b="1" dirty="0">
              <a:solidFill>
                <a:srgbClr val="012D76"/>
              </a:solidFill>
              <a:latin typeface="Verdana" panose="020B0604030504040204" pitchFamily="34" charset="0"/>
              <a:ea typeface="Verdana" panose="020B0604030504040204" pitchFamily="34" charset="0"/>
            </a:endParaRPr>
          </a:p>
        </p:txBody>
      </p:sp>
      <p:sp>
        <p:nvSpPr>
          <p:cNvPr id="2" name="Rectangle 1026"/>
          <p:cNvSpPr txBox="1">
            <a:spLocks noChangeArrowheads="1"/>
          </p:cNvSpPr>
          <p:nvPr/>
        </p:nvSpPr>
        <p:spPr>
          <a:xfrm>
            <a:off x="124329" y="10815044"/>
            <a:ext cx="16206665" cy="5129923"/>
          </a:xfrm>
          <a:prstGeom prst="rect">
            <a:avLst/>
          </a:prstGeom>
          <a:solidFill>
            <a:schemeClr val="bg1"/>
          </a:solidFill>
        </p:spPr>
        <p:txBody>
          <a:bodyPr vert="horz" lIns="151884" tIns="75942" rIns="151884" bIns="75942"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2990" dirty="0">
                <a:latin typeface="Verdana" panose="020B0604030504040204" pitchFamily="34" charset="0"/>
                <a:ea typeface="Verdana" panose="020B0604030504040204" pitchFamily="34" charset="0"/>
              </a:rPr>
              <a:t>At Bird &amp; Yang, we support the matters that shape how people live, settle, work, and grow.</a:t>
            </a:r>
            <a:endParaRPr lang="en-US" altLang="zh-CN" sz="2990" dirty="0">
              <a:latin typeface="Verdana" panose="020B0604030504040204" pitchFamily="34" charset="0"/>
              <a:ea typeface="Verdana" panose="020B0604030504040204" pitchFamily="34" charset="0"/>
            </a:endParaRPr>
          </a:p>
          <a:p>
            <a:pPr>
              <a:lnSpc>
                <a:spcPct val="120000"/>
              </a:lnSpc>
            </a:pPr>
            <a:endParaRPr lang="en-US" altLang="zh-CN" sz="2990" dirty="0">
              <a:latin typeface="Verdana" panose="020B0604030504040204" pitchFamily="34" charset="0"/>
              <a:ea typeface="Verdana" panose="020B0604030504040204" pitchFamily="34" charset="0"/>
            </a:endParaRPr>
          </a:p>
          <a:p>
            <a:pPr>
              <a:lnSpc>
                <a:spcPct val="120000"/>
              </a:lnSpc>
            </a:pPr>
            <a:r>
              <a:rPr lang="en-US" altLang="zh-CN" sz="2990" dirty="0">
                <a:latin typeface="Verdana" panose="020B0604030504040204" pitchFamily="34" charset="0"/>
                <a:ea typeface="Verdana" panose="020B0604030504040204" pitchFamily="34" charset="0"/>
              </a:rPr>
              <a:t>By integrating Legal, Accounting, and Consulting expertise under one roof, we provide coordinated support for individuals, families, and businesses navigating important decisions in life and commerce. From legal structure and financial clarity to tax compliance, immigration pathways, insurance protection, and advisory support, our goal is to make complex matters clearer and more manageable.</a:t>
            </a:r>
            <a:endParaRPr lang="en-US" altLang="zh-CN" sz="2990" dirty="0">
              <a:latin typeface="Verdana" panose="020B0604030504040204" pitchFamily="34" charset="0"/>
              <a:ea typeface="Verdana" panose="020B0604030504040204" pitchFamily="34" charset="0"/>
            </a:endParaRPr>
          </a:p>
          <a:p>
            <a:pPr>
              <a:lnSpc>
                <a:spcPct val="120000"/>
              </a:lnSpc>
            </a:pPr>
            <a:endParaRPr lang="en-US" altLang="zh-CN" sz="2990" dirty="0">
              <a:latin typeface="Verdana" panose="020B0604030504040204" pitchFamily="34" charset="0"/>
              <a:ea typeface="Verdana" panose="020B0604030504040204" pitchFamily="34" charset="0"/>
            </a:endParaRPr>
          </a:p>
          <a:p>
            <a:pPr>
              <a:lnSpc>
                <a:spcPct val="120000"/>
              </a:lnSpc>
            </a:pPr>
            <a:r>
              <a:rPr lang="en-US" altLang="zh-CN" sz="2990" dirty="0">
                <a:latin typeface="Verdana" panose="020B0604030504040204" pitchFamily="34" charset="0"/>
                <a:ea typeface="Verdana" panose="020B0604030504040204" pitchFamily="34" charset="0"/>
              </a:rPr>
              <a:t>Integrated in Expertise, Together for Growth means that when our clients seek stability, opportunity, and long-term prosperity, Bird &amp; Yang is ready to stand with you.</a:t>
            </a:r>
            <a:endParaRPr lang="en-US" altLang="zh-CN" sz="2990" dirty="0">
              <a:latin typeface="Verdana" panose="020B0604030504040204" pitchFamily="34" charset="0"/>
              <a:ea typeface="Verdana" panose="020B0604030504040204" pitchFamily="34" charset="0"/>
            </a:endParaRPr>
          </a:p>
        </p:txBody>
      </p:sp>
      <p:pic>
        <p:nvPicPr>
          <p:cNvPr id="5" name="图片 4"/>
          <p:cNvPicPr>
            <a:picLocks noChangeAspect="1"/>
          </p:cNvPicPr>
          <p:nvPr/>
        </p:nvPicPr>
        <p:blipFill>
          <a:blip r:embed="rId1"/>
          <a:srcRect l="7550" t="9717" r="8001" b="41120"/>
          <a:stretch>
            <a:fillRect/>
          </a:stretch>
        </p:blipFill>
        <p:spPr>
          <a:xfrm>
            <a:off x="280119" y="17504830"/>
            <a:ext cx="15837384" cy="5306765"/>
          </a:xfrm>
          <a:prstGeom prst="rect">
            <a:avLst/>
          </a:prstGeom>
        </p:spPr>
      </p:pic>
      <p:sp>
        <p:nvSpPr>
          <p:cNvPr id="9" name="Rectangle 1026"/>
          <p:cNvSpPr txBox="1">
            <a:spLocks noChangeArrowheads="1"/>
          </p:cNvSpPr>
          <p:nvPr/>
        </p:nvSpPr>
        <p:spPr>
          <a:xfrm>
            <a:off x="1307973" y="15755116"/>
            <a:ext cx="14497975" cy="1709447"/>
          </a:xfrm>
          <a:prstGeom prst="rect">
            <a:avLst/>
          </a:prstGeom>
          <a:solidFill>
            <a:schemeClr val="bg1"/>
          </a:solidFill>
        </p:spPr>
        <p:txBody>
          <a:bodyPr vert="horz" lIns="151884" tIns="75942" rIns="151884" bIns="75942"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4650" b="1" dirty="0">
                <a:solidFill>
                  <a:srgbClr val="012D76"/>
                </a:solidFill>
                <a:latin typeface="Verdana" panose="020B0604030504040204" pitchFamily="34" charset="0"/>
                <a:ea typeface="Verdana" panose="020B0604030504040204" pitchFamily="34" charset="0"/>
              </a:rPr>
              <a:t>OUR EXPERTISE</a:t>
            </a:r>
            <a:endParaRPr lang="en-US" altLang="zh-CN" sz="4650" b="1" dirty="0">
              <a:solidFill>
                <a:srgbClr val="012D76"/>
              </a:solidFill>
              <a:latin typeface="Verdana" panose="020B0604030504040204" pitchFamily="34" charset="0"/>
              <a:ea typeface="Verdana" panose="020B0604030504040204" pitchFamily="34" charset="0"/>
            </a:endParaRPr>
          </a:p>
        </p:txBody>
      </p:sp>
      <p:pic>
        <p:nvPicPr>
          <p:cNvPr id="14" name="图片 13"/>
          <p:cNvPicPr>
            <a:picLocks noChangeAspect="1"/>
          </p:cNvPicPr>
          <p:nvPr/>
        </p:nvPicPr>
        <p:blipFill>
          <a:blip r:embed="rId2"/>
          <a:stretch>
            <a:fillRect/>
          </a:stretch>
        </p:blipFill>
        <p:spPr>
          <a:xfrm>
            <a:off x="6610257" y="17108161"/>
            <a:ext cx="3035486" cy="352240"/>
          </a:xfrm>
          <a:prstGeom prst="rect">
            <a:avLst/>
          </a:prstGeom>
        </p:spPr>
      </p:pic>
      <p:pic>
        <p:nvPicPr>
          <p:cNvPr id="17" name="图片 16"/>
          <p:cNvPicPr>
            <a:picLocks noChangeAspect="1"/>
          </p:cNvPicPr>
          <p:nvPr/>
        </p:nvPicPr>
        <p:blipFill>
          <a:blip r:embed="rId2"/>
          <a:stretch>
            <a:fillRect/>
          </a:stretch>
        </p:blipFill>
        <p:spPr>
          <a:xfrm>
            <a:off x="6803205" y="10417948"/>
            <a:ext cx="2791215" cy="323895"/>
          </a:xfrm>
          <a:prstGeom prst="rect">
            <a:avLst/>
          </a:prstGeom>
        </p:spPr>
      </p:pic>
      <p:pic>
        <p:nvPicPr>
          <p:cNvPr id="28" name="图片 27"/>
          <p:cNvPicPr>
            <a:picLocks noChangeAspect="1"/>
          </p:cNvPicPr>
          <p:nvPr/>
        </p:nvPicPr>
        <p:blipFill>
          <a:blip r:embed="rId3"/>
          <a:stretch>
            <a:fillRect/>
          </a:stretch>
        </p:blipFill>
        <p:spPr>
          <a:xfrm>
            <a:off x="-49696" y="-48339"/>
            <a:ext cx="16279187" cy="9278468"/>
          </a:xfrm>
          <a:prstGeom prst="rect">
            <a:avLst/>
          </a:prstGeom>
        </p:spPr>
      </p:pic>
      <p:pic>
        <p:nvPicPr>
          <p:cNvPr id="30" name="图片 29"/>
          <p:cNvPicPr>
            <a:picLocks noChangeAspect="1"/>
          </p:cNvPicPr>
          <p:nvPr/>
        </p:nvPicPr>
        <p:blipFill>
          <a:blip r:embed="rId4"/>
          <a:stretch>
            <a:fillRect/>
          </a:stretch>
        </p:blipFill>
        <p:spPr>
          <a:xfrm>
            <a:off x="7287510" y="6274426"/>
            <a:ext cx="1342811" cy="1319457"/>
          </a:xfrm>
          <a:prstGeom prst="rect">
            <a:avLst/>
          </a:prstGeom>
        </p:spPr>
      </p:pic>
      <p:pic>
        <p:nvPicPr>
          <p:cNvPr id="32" name="图片 31"/>
          <p:cNvPicPr>
            <a:picLocks noChangeAspect="1"/>
          </p:cNvPicPr>
          <p:nvPr/>
        </p:nvPicPr>
        <p:blipFill>
          <a:blip r:embed="rId5"/>
          <a:stretch>
            <a:fillRect/>
          </a:stretch>
        </p:blipFill>
        <p:spPr>
          <a:xfrm>
            <a:off x="12142593" y="5805021"/>
            <a:ext cx="1746175" cy="1519573"/>
          </a:xfrm>
          <a:prstGeom prst="rect">
            <a:avLst/>
          </a:prstGeom>
        </p:spPr>
      </p:pic>
      <p:pic>
        <p:nvPicPr>
          <p:cNvPr id="7" name="图片 6"/>
          <p:cNvPicPr>
            <a:picLocks noChangeAspect="1"/>
          </p:cNvPicPr>
          <p:nvPr/>
        </p:nvPicPr>
        <p:blipFill>
          <a:blip r:embed="rId6"/>
          <a:stretch>
            <a:fillRect/>
          </a:stretch>
        </p:blipFill>
        <p:spPr>
          <a:xfrm>
            <a:off x="10675970" y="8046256"/>
            <a:ext cx="576320" cy="576320"/>
          </a:xfrm>
          <a:prstGeom prst="rect">
            <a:avLst/>
          </a:prstGeom>
        </p:spPr>
      </p:pic>
      <p:pic>
        <p:nvPicPr>
          <p:cNvPr id="10" name="图片 9"/>
          <p:cNvPicPr>
            <a:picLocks noChangeAspect="1"/>
          </p:cNvPicPr>
          <p:nvPr/>
        </p:nvPicPr>
        <p:blipFill>
          <a:blip r:embed="rId7"/>
          <a:stretch>
            <a:fillRect/>
          </a:stretch>
        </p:blipFill>
        <p:spPr>
          <a:xfrm>
            <a:off x="8089898" y="15645414"/>
            <a:ext cx="76204" cy="25401"/>
          </a:xfrm>
          <a:prstGeom prst="rect">
            <a:avLst/>
          </a:prstGeom>
        </p:spPr>
      </p:pic>
      <p:pic>
        <p:nvPicPr>
          <p:cNvPr id="12" name="图片 11"/>
          <p:cNvPicPr>
            <a:picLocks noChangeAspect="1"/>
          </p:cNvPicPr>
          <p:nvPr/>
        </p:nvPicPr>
        <p:blipFill>
          <a:blip r:embed="rId8"/>
          <a:stretch>
            <a:fillRect/>
          </a:stretch>
        </p:blipFill>
        <p:spPr>
          <a:xfrm>
            <a:off x="14464696" y="2443304"/>
            <a:ext cx="1477669" cy="646479"/>
          </a:xfrm>
          <a:prstGeom prst="rect">
            <a:avLst/>
          </a:prstGeom>
        </p:spPr>
      </p:pic>
      <p:pic>
        <p:nvPicPr>
          <p:cNvPr id="6" name="图片 5"/>
          <p:cNvPicPr>
            <a:picLocks noChangeAspect="1"/>
          </p:cNvPicPr>
          <p:nvPr/>
        </p:nvPicPr>
        <p:blipFill>
          <a:blip r:embed="rId9"/>
          <a:stretch>
            <a:fillRect/>
          </a:stretch>
        </p:blipFill>
        <p:spPr>
          <a:xfrm>
            <a:off x="124329" y="30798738"/>
            <a:ext cx="16083546" cy="3677506"/>
          </a:xfrm>
          <a:prstGeom prst="rect">
            <a:avLst/>
          </a:prstGeom>
        </p:spPr>
      </p:pic>
      <p:sp>
        <p:nvSpPr>
          <p:cNvPr id="8" name="Rectangle 1026"/>
          <p:cNvSpPr txBox="1">
            <a:spLocks noChangeArrowheads="1"/>
          </p:cNvSpPr>
          <p:nvPr/>
        </p:nvSpPr>
        <p:spPr>
          <a:xfrm>
            <a:off x="705555" y="22895896"/>
            <a:ext cx="14497975" cy="1709447"/>
          </a:xfrm>
          <a:prstGeom prst="rect">
            <a:avLst/>
          </a:prstGeom>
          <a:solidFill>
            <a:schemeClr val="bg1"/>
          </a:solidFill>
        </p:spPr>
        <p:txBody>
          <a:bodyPr vert="horz" lIns="151884" tIns="75942" rIns="151884" bIns="75942"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4650" b="1" dirty="0">
                <a:solidFill>
                  <a:srgbClr val="012D76"/>
                </a:solidFill>
                <a:latin typeface="Verdana" panose="020B0604030504040204" pitchFamily="34" charset="0"/>
                <a:ea typeface="Verdana" panose="020B0604030504040204" pitchFamily="34" charset="0"/>
              </a:rPr>
              <a:t>WHY BIRD &amp; YANG</a:t>
            </a:r>
            <a:endParaRPr lang="en-US" altLang="zh-CN" sz="4650" b="1" dirty="0">
              <a:solidFill>
                <a:srgbClr val="012D76"/>
              </a:solidFill>
              <a:latin typeface="Verdana" panose="020B0604030504040204" pitchFamily="34" charset="0"/>
              <a:ea typeface="Verdana" panose="020B0604030504040204" pitchFamily="34" charset="0"/>
            </a:endParaRPr>
          </a:p>
        </p:txBody>
      </p:sp>
      <p:pic>
        <p:nvPicPr>
          <p:cNvPr id="11" name="图片 10"/>
          <p:cNvPicPr>
            <a:picLocks noChangeAspect="1"/>
          </p:cNvPicPr>
          <p:nvPr/>
        </p:nvPicPr>
        <p:blipFill>
          <a:blip r:embed="rId2"/>
          <a:stretch>
            <a:fillRect/>
          </a:stretch>
        </p:blipFill>
        <p:spPr>
          <a:xfrm>
            <a:off x="6558934" y="24281448"/>
            <a:ext cx="2791215" cy="323895"/>
          </a:xfrm>
          <a:prstGeom prst="rect">
            <a:avLst/>
          </a:prstGeom>
        </p:spPr>
      </p:pic>
      <p:pic>
        <p:nvPicPr>
          <p:cNvPr id="31" name="图片 30"/>
          <p:cNvPicPr>
            <a:picLocks noChangeAspect="1"/>
          </p:cNvPicPr>
          <p:nvPr/>
        </p:nvPicPr>
        <p:blipFill>
          <a:blip r:embed="rId10"/>
          <a:stretch>
            <a:fillRect/>
          </a:stretch>
        </p:blipFill>
        <p:spPr>
          <a:xfrm>
            <a:off x="3639067" y="78135"/>
            <a:ext cx="12303298" cy="797190"/>
          </a:xfrm>
          <a:prstGeom prst="rect">
            <a:avLst/>
          </a:prstGeom>
        </p:spPr>
      </p:pic>
      <p:pic>
        <p:nvPicPr>
          <p:cNvPr id="36" name="图片 35"/>
          <p:cNvPicPr>
            <a:picLocks noChangeAspect="1"/>
          </p:cNvPicPr>
          <p:nvPr/>
        </p:nvPicPr>
        <p:blipFill>
          <a:blip r:embed="rId11"/>
          <a:stretch>
            <a:fillRect/>
          </a:stretch>
        </p:blipFill>
        <p:spPr>
          <a:xfrm>
            <a:off x="876300" y="5524612"/>
            <a:ext cx="3552256" cy="2334627"/>
          </a:xfrm>
          <a:prstGeom prst="rect">
            <a:avLst/>
          </a:prstGeom>
        </p:spPr>
      </p:pic>
      <p:pic>
        <p:nvPicPr>
          <p:cNvPr id="39" name="图片 38"/>
          <p:cNvPicPr>
            <a:picLocks noChangeAspect="1"/>
          </p:cNvPicPr>
          <p:nvPr/>
        </p:nvPicPr>
        <p:blipFill>
          <a:blip r:embed="rId12"/>
          <a:srcRect t="18243"/>
          <a:stretch>
            <a:fillRect/>
          </a:stretch>
        </p:blipFill>
        <p:spPr>
          <a:xfrm>
            <a:off x="638269" y="24887952"/>
            <a:ext cx="15837384" cy="5306765"/>
          </a:xfrm>
          <a:prstGeom prst="rect">
            <a:avLst/>
          </a:prstGeom>
        </p:spPr>
      </p:pic>
      <p:pic>
        <p:nvPicPr>
          <p:cNvPr id="41" name="图片 40"/>
          <p:cNvPicPr>
            <a:picLocks noChangeAspect="1"/>
          </p:cNvPicPr>
          <p:nvPr/>
        </p:nvPicPr>
        <p:blipFill>
          <a:blip r:embed="rId13"/>
          <a:srcRect r="17460"/>
          <a:stretch>
            <a:fillRect/>
          </a:stretch>
        </p:blipFill>
        <p:spPr>
          <a:xfrm>
            <a:off x="5531347" y="30961720"/>
            <a:ext cx="2628051" cy="2475664"/>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689</Words>
  <Application>WPS Docs</Application>
  <PresentationFormat>自定义</PresentationFormat>
  <Paragraphs>12</Paragraphs>
  <Slides>1</Slides>
  <Notes>6</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vt:i4>
      </vt:variant>
    </vt:vector>
  </HeadingPairs>
  <TitlesOfParts>
    <vt:vector size="19" baseType="lpstr">
      <vt:lpstr>Arial</vt:lpstr>
      <vt:lpstr>SimSun</vt:lpstr>
      <vt:lpstr>Wingdings</vt:lpstr>
      <vt:lpstr>Verdana</vt:lpstr>
      <vt:lpstr>Microsoft YaHei</vt:lpstr>
      <vt:lpstr>汉仪旗黑</vt:lpstr>
      <vt:lpstr>Calibri Light</vt:lpstr>
      <vt:lpstr>Helvetica Neue</vt:lpstr>
      <vt:lpstr>Calibri</vt:lpstr>
      <vt:lpstr>Arial Unicode MS</vt:lpstr>
      <vt:lpstr>等线 Light</vt:lpstr>
      <vt:lpstr>汉仪中等线KW</vt:lpstr>
      <vt:lpstr>等线</vt:lpstr>
      <vt:lpstr>Microsoft YaHei</vt:lpstr>
      <vt:lpstr>Wingdings</vt:lpstr>
      <vt:lpstr>汉仪书宋二KW</vt:lpstr>
      <vt:lpstr>SimSun</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Ally Liao</dc:creator>
  <cp:lastModifiedBy>郑超</cp:lastModifiedBy>
  <cp:revision>37</cp:revision>
  <dcterms:created xsi:type="dcterms:W3CDTF">2026-05-29T02:19:32Z</dcterms:created>
  <dcterms:modified xsi:type="dcterms:W3CDTF">2026-05-29T02:19:32Z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656EC094464BCE38B3F7186AD80904CF_42</vt:lpwstr>
  </property>
  <property fmtid="{D5CDD505-2E9C-101B-9397-08002B2CF9AE}" pid="3" name="KSOProductBuildVer">
    <vt:lpwstr>1033-12.1.25867.25867</vt:lpwstr>
  </property>
</Properties>
</file>